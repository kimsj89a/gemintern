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50000" y="1700000"/>
          <a:ext cx="107776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400000"/>
                <a:gridCol w="1400000"/>
                <a:gridCol w="1500000"/>
                <a:gridCol w="1500000"/>
                <a:gridCol w="1500000"/>
                <a:gridCol w="2277600"/>
              </a:tblGrid>
              <a:tr h="63333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Seed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Pre-A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Series A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Series B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Series 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C00000"/>
                          </a:solidFill>
                        </a:defRPr>
                      </a:pPr>
                      <a:r>
                        <a:t>Series C2 (본건)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63333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시기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63333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투자금액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145억원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920억원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~2,000억원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~2,000억원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2,500~3,000억원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63333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Pre-money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~200억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~3,000억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~7,000억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~1.5조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2.2~2.4조원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63333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주요 투자자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창업자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초기 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KT, 산업은행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SKT, Aramco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전략적/재무적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국민성장펀드+PEF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63333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주요 이벤트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회사 설립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ION 칩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ATOM 양산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REBEL tape-out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REBEL-Quad chip-out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REBEL-Quad 양산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