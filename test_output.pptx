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Test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  <a:latin typeface="Malgun Gothic"/>
              </a:defRPr>
            </a:pPr>
            <a:r>
              <a:t>Generated via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algun Gothic"/>
              </a:defRPr>
            </a:pPr>
            <a:r>
              <a:t>2026년 02월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Section 1: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Gemini Investment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2026-02-15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Malgun Gothic"/>
              </a:defRPr>
            </a:pPr>
            <a:r>
              <a:t>Market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  <a:latin typeface="Malgun Gothic"/>
              </a:defRPr>
            </a:pPr>
            <a:r>
              <a:t>Market is growing fast.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8595360" cy="182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41605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Key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4069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latin typeface="Malgun Gothic"/>
              </a:defRPr>
            </a:pPr>
            <a:r>
              <a:t>• Trend 1: AI Adoption</a:t>
            </a:r>
          </a:p>
          <a:p>
            <a:pPr>
              <a:spcAft>
                <a:spcPts val="300"/>
              </a:spcAft>
              <a:defRPr sz="1100" b="0">
                <a:latin typeface="Malgun Gothic"/>
              </a:defRPr>
            </a:pPr>
            <a:r>
              <a:t>• Trend 2: Cloud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783080"/>
            <a:ext cx="41605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82880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Data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240280"/>
            <a:ext cx="4069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latin typeface="Malgun Gothic"/>
              </a:defRPr>
            </a:pPr>
            <a:r>
              <a:t>• CAGR 20%</a:t>
            </a:r>
          </a:p>
          <a:p>
            <a:pPr>
              <a:spcAft>
                <a:spcPts val="300"/>
              </a:spcAft>
              <a:defRPr sz="1100" b="0">
                <a:latin typeface="Malgun Gothic"/>
              </a:defRPr>
            </a:pPr>
            <a:r>
              <a:t>• Market Size $50B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